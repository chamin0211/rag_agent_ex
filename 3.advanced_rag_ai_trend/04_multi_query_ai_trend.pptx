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Advanced RAG 04 · 코드 말고 '왜 필요한가' 중심
[말할 내용] 안녕하세요. 오늘은 고급 RAG 시리즈 중 네 번째, Multi-Query Retrieval을 소개합니다. 코드보다는 '왜 필요하고 무엇을 해결하는가'에 초점을 맞춰 설명드리겠습니다.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같은 뜻 다른 표현 · 벡터 위치가 달라짐 · 검색 결과가 달라짐 · 한 번 검색은 놓친다
[말할 내용] RAG는 질문을 벡터로 바꿔 가까운 문서를 찾습니다. 같은 뜻을 다르게 말하면(예: 발전 '방향' vs 발전의 '흐름') 단어가 달라 벡터 위치가 달라지고 찾아오는 문서도 달라집니다. 질문 하나만 쓰면 관련 문서를 놓칠 수 있다는 것이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03 질문 개선 · 04 질문 개선(여러 개) · 05 검색기 개선
[말할 내용] 전체 흐름입니다. 3번에서는 질문 하나를 더 좋은 질문 하나로 바꿨습니다. 오늘 4번에서는 질문 하나를 여러 개로 늘립니다. 5번에서는 질문이 아니라 검색기 자체를 개선합니다.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Rewriting = Q → Q' (명확하게) · Multi Query = Q → Q1,Q2,Q3 (넓게) · 의미 유지, 표현만 변경
[말할 내용] 두 방법은 비슷해 보이지만 목적이 다릅니다. Rewriting은 질문을 다듬어 하나를 만들고, Multi Query는 같은 의미를 여러 표현으로 만들어 검색 범위를 넓힙니다. 주제를 바꾸지 않고 표현만 바꾼다는 점이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질문 생성 → 각각 검색 → 합치기 → 중복 제거 · 원본 1 + 생성 3 = 4번 검색 · 검색기는 그대로
[말할 내용] LLM이 질문을 세 개 만들고, 원본까지 총 네 개로 각각 검색합니다. 결과를 합친 뒤 같은 문서는 한 번만 남깁니다. 검색기는 바꾸지 않고 질문만 늘리는 것이 특징입니다.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원본 질문 · 전망 / 주요 흐름 / 진화 · 주제는 같고 단어만 다르다
[말할 내용] 실제 예시입니다. LLM은 원본 질문을 전망, 주요 흐름, 진화처럼 표현을 달리한 세 질문으로 바꿨습니다. 주제는 그대로고 단어만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3개 → 6개 · +3 (chunk 1, 37, 41) · Q1은 원본과 동일 · 늘어난 문서가 유용한지는 별도 확인
[말할 내용] 질문 하나로 검색하면 3개 문서였는데, Multi Query는 중복을 제거하고 6개가 되었습니다. 새로 찾은 문서는 chunk 1, 37, 41입니다. Q1은 원본과 같은 결과였고 Q2, Q3에서 새 문서가 나왔습니다. 늘어난 문서가 모두 유용한지는 별도로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장점: Recall ↑ · 한계: 검색 횟수↑, LLM 비용↑, noise↑, 의도 이탈 · 프롬프트로 주제 추가 금지
[말할 내용] 장점은 놓치는 문서가 줄어든다는 점, 즉 Recall이 올라간다는 것입니다. 반면 검색 횟수와 LLM 호출이 늘고, 범위가 넓어지는 만큼 noise도 늘 수 있습니다. 질문이 의도에서 벗어날 위험이 있어 프롬프트에서 새로운 주제를 추가하지 말라고 제한했습니다.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키워드] 문서를 많이 가져오는 기술이 아니다 · 놓치는 문서를 줄이는 기술 · 다음: 05 Dense + BM25 + RRF
[말할 내용] 오늘의 핵심입니다. Multi Query는 단순히 문서 수를 늘리는 기술이 아니라, 같은 의미를 여러 표현으로 검색해 놓치는 문서를 줄이는 기술입니다. 다음 시간에는 검색기 자체를 개선하는 하이브리드 검색을 다룹니다.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ADVANCED RAG · 04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Multi-Query Retrieval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질문을 여러 표현으로 바꿔 검색하면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문서를 더 찾을 수 있다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한 번으로는 놓치는 문서가 생긴다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뜻, 다른 표현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"AI는 어떤 방향으로 발전하나?"와 "AI 발전의 주요 흐름은?"은 같은 걸 묻지만 단어가 다르다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달라진다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바뀌면 벡터 공간의 위치가 달라져 가까운 문서도 바뀐다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1개로는 부족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문서가 있어도 한 번의 검색에서는 놓칠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Advanced RAG 시리즈에서의 위치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Naive RAG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검색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237744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처리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청킹과 전처리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재작성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1개 → 더 좋은 질문 1개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23760" y="237744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오늘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Query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1개 → 여러 질문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418320" y="237744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검색기 개선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+ BM25 + RRF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03·04는 </a:t>
            </a:r>
            <a:pPr indent="0" marL="0">
              <a:buNone/>
            </a:pPr>
            <a:r>
              <a:rPr lang="en-US" sz="1800" b="1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개선</a:t>
            </a:r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단계, 05는 </a:t>
            </a:r>
            <a:pPr indent="0" marL="0">
              <a:buNone/>
            </a:pPr>
            <a:r>
              <a:rPr lang="en-US" sz="1800" b="1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검색기 자체를 개선</a:t>
            </a:r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단계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재작성 vs Multi Query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Rewriting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→ Q'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좋은 질문 1개를 만든다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질문을 명확하게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Query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→ Q1, Q2, Q3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질문 여러 개를 만든다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검색 범위를 넓게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다른 주제를 만드는 것이 아니다. 의미는 유지하고 표현만 다르게 바꾼다.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Query는 4단계로 동작한다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생성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원본 질문을 다른 표현의 질문 3개로 바꾼다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검색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474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1개와 생성 3개, 총 4개로 각각 상위 3개를 찾는다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합치기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474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번의 검색 결과를 하나의 후보 목록으로 모은다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06840" y="22860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474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chunk는 한 번만 남긴다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검색기는 그대로이고, 검색에 넣는 질문만 늘어난다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1개가 3개의 검색 질문이 된다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질문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AI 기술은 어떤 방향으로 발전할 것으로 전망되나요?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291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AI 기술은 어떤 방향으로 발전할 전망인가요?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069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2026년에 AI 기술 발전의 주요 흐름은 무엇인가요?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846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2026년을 기준으로 AI 기술은 어떤 방향으로 진화할 것으로 예상되나요?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의미는 같지만 표현이 다르다: 전망 · 주요 흐름 · 진화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문서가 3개에서 6개로 늘었다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4213D"/>
          </a:solidFill>
          <a:ln w="19050">
            <a:solidFill>
              <a:srgbClr val="3A4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Query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10 · 38 ·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Query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 후 최종 문서 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14213D"/>
          </a:solidFill>
          <a:ln w="19050">
            <a:solidFill>
              <a:srgbClr val="3A4A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찾은 문서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1 · 37 · 41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표현을 바꾼 Q2와 Q3에서 원본 질문이 놓친 1쪽, 17쪽, 19쪽의 내용이 추가로 검색되었다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넓게 찾는 대신 비용이 든다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검색에서 놓친 관련 문서를 찾는다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다른 문서를 찾을 가능성이 높아진다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C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Recall(재현율)을 높인다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9632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8803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횟수가 늘어난다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생성에 LLM 비용이 추가된다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문서(noise)도 늘 수 있다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8C2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질문이 원래 의도에서 벗어날 수 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A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TAKEAWAY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Query는 문서를 더 많이 가져오는 기술이 아니라, 같은 정보 요구를 여러 표현으로 검색해 놓치는 문서를 줄이는 기술이다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05번: 질문이 아닌 검색기 자체를 개선한다 (Dense + BM25 + RRF)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Multi-Query Retrieval</dc:title>
  <dc:subject>PptxGenJS Presentation</dc:subject>
  <dc:creator>PptxGenJS</dc:creator>
  <cp:lastModifiedBy>PptxGenJS</cp:lastModifiedBy>
  <cp:revision>1</cp:revision>
  <dcterms:created xsi:type="dcterms:W3CDTF">2026-10-06T06:34:29Z</dcterms:created>
  <dcterms:modified xsi:type="dcterms:W3CDTF">2026-10-06T06:34:29Z</dcterms:modified>
</cp:coreProperties>
</file>